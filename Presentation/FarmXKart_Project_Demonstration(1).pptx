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6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4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7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2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14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09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9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0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2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94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2410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9709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61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46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8695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0133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55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042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956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135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267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679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580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15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62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91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0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arm-x-kart.vercel.app/" TargetMode="External"/><Relationship Id="rId2" Type="http://schemas.openxmlformats.org/officeDocument/2006/relationships/hyperlink" Target="https://github.com/Krishnakant-Pandit/FARM-X-KART" TargetMode="Externa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E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4532D"/>
                </a:solidFill>
              </a:defRPr>
            </a:pPr>
            <a:r>
              <a:t>FARM X KART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2A7B9B"/>
                </a:solidFill>
              </a:defRPr>
            </a:pPr>
            <a:r>
              <a:t>Agricultural E-Commerce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5348" y="3840480"/>
            <a:ext cx="301082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3372D"/>
                </a:solidFill>
              </a:defRPr>
            </a:pPr>
            <a:r>
              <a:rPr dirty="0"/>
              <a:t>Project Demonstration</a:t>
            </a:r>
            <a:endParaRPr lang="en-US" dirty="0"/>
          </a:p>
          <a:p>
            <a:pPr algn="ctr">
              <a:defRPr sz="2400">
                <a:solidFill>
                  <a:srgbClr val="23372D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DC6C21-E9C7-B0F4-CCE6-621C5F082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974447"/>
              </p:ext>
            </p:extLst>
          </p:nvPr>
        </p:nvGraphicFramePr>
        <p:xfrm>
          <a:off x="2062479" y="442468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2575">
                  <a:extLst>
                    <a:ext uri="{9D8B030D-6E8A-4147-A177-3AD203B41FA5}">
                      <a16:colId xmlns:a16="http://schemas.microsoft.com/office/drawing/2014/main" val="3790989628"/>
                    </a:ext>
                  </a:extLst>
                </a:gridCol>
                <a:gridCol w="4035425">
                  <a:extLst>
                    <a:ext uri="{9D8B030D-6E8A-4147-A177-3AD203B41FA5}">
                      <a16:colId xmlns:a16="http://schemas.microsoft.com/office/drawing/2014/main" val="4213740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2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Krishnakant Pandit(Leader)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2500030592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709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Alok Kumar Mishra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2500030533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60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Swastik Rath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2500030796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8963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B0B120-C26A-E9FA-7617-6938C5595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15" y="1163345"/>
            <a:ext cx="4938188" cy="413801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E8D34E-3442-3A77-69EC-7D0B7540A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08" y="179779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Problem Statement</a:t>
            </a:r>
            <a:endParaRPr lang="en-IN" sz="3200" b="1" dirty="0">
              <a:solidFill>
                <a:schemeClr val="accent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EA48A-F632-2CA0-785D-FE7A47383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22779"/>
            <a:ext cx="5194489" cy="3432124"/>
          </a:xfrm>
        </p:spPr>
        <p:txBody>
          <a:bodyPr/>
          <a:lstStyle/>
          <a:p>
            <a:r>
              <a:rPr lang="en-IN" dirty="0"/>
              <a:t>Middlemen in agricultural supply chains siphon a disproportionate share of profits from farmers while inflating food prices for consumers.</a:t>
            </a:r>
          </a:p>
        </p:txBody>
      </p:sp>
    </p:spTree>
    <p:extLst>
      <p:ext uri="{BB962C8B-B14F-4D97-AF65-F5344CB8AC3E}">
        <p14:creationId xmlns:p14="http://schemas.microsoft.com/office/powerpoint/2010/main" val="72979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Farm X Kart is an online marketplace focused on agricultural products.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Connects customers with fresh products and provides a simple shopping workflow.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Frontend uses HTML, CSS and JavaScript.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The demonstration uses browser localStorage/sessionStorage for application data.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The project is separated into User and Admin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USER MODULE — Shopping, authentication, profile, cart, wishlist, orders, addresses, account settings and selling.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ADMIN MODULE — Admin login, dashboard, product management, user management and order management.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SHARED LAYER — Common JavaScript and CSS functionality.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User Shopping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1. Open Home → Products.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2. Browse agricultural products.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3. Add products to Cart or Wishlist.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4. Review quantities and place an order.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5. Manage delivery addresses.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6. View orders and account settings.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Authentication &amp;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Login and Signup provide the customer authentication flow.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Forgot Password starts the password recovery flow.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Profile links to My Orders, My Cart, Change Address and Account Settings.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Account Settings allows personal information updates and logout.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The current version uses browser storage for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Cart, Wishlist &amp;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Cart supports adding products and changing quantities.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Wishlist stores products selected for later.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Orders are recorded after the order process.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My Orders displays order history for the current user.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Order data can be viewed from the User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Address &amp;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Users can add a delivery address with name, phone, address, city, state and PIN code.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Saved addresses can be edited or deleted.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One address can be marked as the default address.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Account Settings provides personal information management.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Password recovery is available through Forgot Password.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Separate Admin Login opens the administrative interface.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Dashboard summarizes users, products, orders and sales.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Product Management allows products to be added and deleted.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User Management displays registered users.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Order Management displays order records and totals.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HTML5 — page structure and forms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CSS3 — responsive styling and visual design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JavaScript — interactions, validation and application logic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localStorage — demo persistence for users, cart, wishlist, products and orders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sessionStorage — temporary login, reset and admin session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Project Demonstration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Demo 1: Home → Products.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Demo 2: Login/Signup → Profile.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Demo 3: Add a product to Cart and Wishlist.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Demo 4: My Orders and Address Management.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Demo 5: Account Settings and Forgot Password.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t>Demo 6: Admin Login → Dashboard → Products → Users →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532D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rPr dirty="0"/>
              <a:t>Farm X Kart demonstrates an end-to-end agricultural e-commerce frontend.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rPr dirty="0"/>
              <a:t>The User module covers the customer shopping and account workflow.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rPr dirty="0"/>
              <a:t>The Admin module provides basic management and dashboard functionality.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rPr dirty="0"/>
              <a:t>The current version is a frontend demonstration using browser storage.</a:t>
            </a:r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rPr dirty="0"/>
              <a:t>A production system should add backend authentication, database storage and server-side authorization.</a:t>
            </a:r>
            <a:endParaRPr lang="en-US" dirty="0"/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rPr lang="en-US" dirty="0"/>
              <a:t>GitHub Link:- </a:t>
            </a:r>
            <a:r>
              <a:rPr lang="en-US" dirty="0">
                <a:hlinkClick r:id="rId2"/>
              </a:rPr>
              <a:t>https://github.com/Krishnakant-Pandit/FARM-X-KART</a:t>
            </a:r>
            <a:endParaRPr lang="en-US" dirty="0"/>
          </a:p>
          <a:p>
            <a:pPr>
              <a:spcAft>
                <a:spcPts val="1400"/>
              </a:spcAft>
              <a:defRPr sz="2100">
                <a:solidFill>
                  <a:srgbClr val="23372D"/>
                </a:solidFill>
              </a:defRPr>
            </a:pPr>
            <a:r>
              <a:rPr lang="en-US" dirty="0"/>
              <a:t>Live Website :- </a:t>
            </a:r>
            <a:r>
              <a:rPr lang="en-US" dirty="0">
                <a:hlinkClick r:id="rId3"/>
              </a:rPr>
              <a:t>https://farm-x-kart.vercel.app/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13</TotalTime>
  <Words>600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Neue Haas Grotesk Text Pro</vt:lpstr>
      <vt:lpstr>Dune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Mishra</cp:lastModifiedBy>
  <cp:revision>3</cp:revision>
  <dcterms:created xsi:type="dcterms:W3CDTF">2013-01-27T09:14:16Z</dcterms:created>
  <dcterms:modified xsi:type="dcterms:W3CDTF">2026-09-25T05:18:05Z</dcterms:modified>
  <cp:category/>
</cp:coreProperties>
</file>